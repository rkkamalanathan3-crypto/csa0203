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77" r:id="rId7"/>
    <p:sldId id="263" r:id="rId8"/>
    <p:sldId id="275" r:id="rId9"/>
    <p:sldId id="264" r:id="rId10"/>
    <p:sldId id="276" r:id="rId11"/>
    <p:sldId id="274" r:id="rId12"/>
    <p:sldId id="266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4660"/>
  </p:normalViewPr>
  <p:slideViewPr>
    <p:cSldViewPr snapToGrid="0">
      <p:cViewPr varScale="1">
        <p:scale>
          <a:sx n="89" d="100"/>
          <a:sy n="89" d="100"/>
        </p:scale>
        <p:origin x="3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B1ACC-DD55-4F85-A26E-9D565FCE1E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0034"/>
            <a:ext cx="9144000" cy="1038329"/>
          </a:xfrm>
        </p:spPr>
        <p:txBody>
          <a:bodyPr>
            <a:noAutofit/>
          </a:bodyPr>
          <a:lstStyle/>
          <a:p>
            <a:pPr algn="ctr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Course Recommendation and Guidance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3057" y="4078801"/>
            <a:ext cx="4200266" cy="2070464"/>
          </a:xfrm>
        </p:spPr>
        <p:txBody>
          <a:bodyPr>
            <a:norm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K Kamalanathan(192512158)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Guru Pranesh (192512439)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Revanth Reddy(192524289)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387510" y="4078801"/>
            <a:ext cx="5871621" cy="2070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 K Saravanan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CSA-0203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</a:p>
        </p:txBody>
      </p:sp>
      <p:pic>
        <p:nvPicPr>
          <p:cNvPr id="1026" name="Picture 2" descr="SIMATS ENGINEERING —BIO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20" y="277292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EBE87-DF1D-4EBA-A567-01EE1BFDD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978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Course Recommendation and Guidance System is an AI-based platform designed to help students select suitable academic courses according to their interests, skills, academic performance, and career goals.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face confusion while choosing subjects  due to a lack of proper guidance.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data analysis to provide personalized course recommendations and academic guidance.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includes performance analytics to monitor student progress and identify strengths and weaknesses</a:t>
            </a:r>
          </a:p>
        </p:txBody>
      </p:sp>
      <p:pic>
        <p:nvPicPr>
          <p:cNvPr id="205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960" y="303800"/>
            <a:ext cx="10515600" cy="1325563"/>
          </a:xfrm>
        </p:spPr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57FA28-83FB-44CA-9600-D18887D72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88"/>
            <a:ext cx="9885872" cy="37763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academic guidance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professional counseling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analysis of student interests and abilities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an intelligent automated system is required to analyze student data and provide accurate course recommendations and guidance.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648" y="202860"/>
            <a:ext cx="6564703" cy="1325563"/>
          </a:xfrm>
        </p:spPr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635" y="1794689"/>
            <a:ext cx="10515600" cy="158885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an AI-based recommendation and guidance system developed using javascript,HTML,css3 and c programming. The system is designed to collect student information, process academic data, and generate personalized suggestions.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8928E-B581-3C98-2E98-782FBB32EE14}"/>
              </a:ext>
            </a:extLst>
          </p:cNvPr>
          <p:cNvSpPr txBox="1"/>
          <p:nvPr/>
        </p:nvSpPr>
        <p:spPr>
          <a:xfrm>
            <a:off x="914400" y="3474462"/>
            <a:ext cx="85086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JavaScript (ES6+)</a:t>
            </a:r>
            <a:r>
              <a:rPr lang="en-IN" sz="2000" dirty="0"/>
              <a:t>: The core programming language used for all the logic (calculating GPA, the AI Elective Matcher, prerequisite checking, and graph rendering).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HTML5</a:t>
            </a:r>
            <a:r>
              <a:rPr lang="en-IN" sz="2000" dirty="0"/>
              <a:t>: Used for the structural foundation of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CSS3</a:t>
            </a:r>
            <a:r>
              <a:rPr lang="en-IN" sz="2000" dirty="0"/>
              <a:t>: Used for styling, smooth animations, and the Light/Dark mode theme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9607" y="334896"/>
            <a:ext cx="7832786" cy="1066860"/>
          </a:xfrm>
        </p:spPr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19" y="1506337"/>
            <a:ext cx="10807460" cy="212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Engine Module is the main component of the Intelligent Course Recommendation and Guidance System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designed to analyze student information such as academic performance, interests, skills, and career goals to provide personalized course recommendations.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system suggests suitable courses.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163" y="-20047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EBCB8-5FC8-8E73-F72F-6A59496E056C}"/>
              </a:ext>
            </a:extLst>
          </p:cNvPr>
          <p:cNvSpPr txBox="1"/>
          <p:nvPr/>
        </p:nvSpPr>
        <p:spPr>
          <a:xfrm>
            <a:off x="598098" y="3738118"/>
            <a:ext cx="549790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 of Recommendation Engine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student academic records and interests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skills and performance levels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courses and learning paths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courses with career opportunities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3C2-B667-5BA7-465E-A5617AB8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6740DF09-6490-8AEB-630D-2FEDF148E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5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Student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518" y="1621961"/>
            <a:ext cx="11218609" cy="480471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supports students by giving useful suggestions and helping them understand their strengths, weaknesses, and future goals.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helps students track their academic progress and improve their learning performance.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Student Guidance Module: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academic counseling support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student learning progress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404F-4318-0F3F-337B-2A8FA4E4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CFD6C-F173-3933-7393-A559B48A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CD0BB-E6C2-A8AF-0FF7-4A71F7017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281" y="0"/>
            <a:ext cx="1231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3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90" y="282046"/>
            <a:ext cx="10515600" cy="1084113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232" y="1613012"/>
            <a:ext cx="10821476" cy="4675876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Analytics Module monitors and evaluates student performance.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and educators understand learning progress and identify areas for improvement.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academic performance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strengths and weaknesses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performance insights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improves learning outcomes by helping students focus on weak areas and improve their academic performance.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5C37-3999-0424-826A-16F8AAB5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9411-1169-1DED-A210-BE8F7BB3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9947-E02C-6D6F-FD7F-084ABA628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4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2613-FE47-A99B-6533-CEAE25C9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04470D-6BA4-B1E2-D16B-6D8B45141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4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74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1776" y="74958"/>
            <a:ext cx="7332454" cy="1325563"/>
          </a:xfrm>
        </p:spPr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13" y="1745238"/>
            <a:ext cx="11152732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generated personalized course recommendations based on student data.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accuracy improved academic decision-making and reduced confusion in course selection.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received better academic support, career suggestions, and performance analysis.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modules improved the overall efficiency of the system and provided a user-friendly experience.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0329"/>
            <a:ext cx="10515600" cy="1325563"/>
          </a:xfrm>
        </p:spPr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031" y="1825625"/>
            <a:ext cx="10515600" cy="347962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Course Recommendation and Guidance System is an effective AI-based solution that supports students in choosing suitable academic courses and planning their careers.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personalized recommendations, academic guidance, and performance analysis using intelligent technologies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 modules, the project improves decision-making, reduces confusion, and enhances learning outcomes.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further expanded with advanced AI techniques and real-time educational data to provide even more accurate and efficient guidance in the future</a:t>
            </a:r>
            <a:r>
              <a:rPr lang="en-US" dirty="0"/>
              <a:t>.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Frej, J., Dai, A.,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Montariol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Bosselut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Käser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(2024).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recommender systems need to consider the job market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Esteban, A., Zafra, A., &amp; Romero, C. (2024).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university students to choose elective courses by using a hybrid multi-criteria recommendation system with genetic optimization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Xu, Z., Yamamoto, S., &amp; Joho, H.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recommender system by considering users' information seeking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Soni, R., Suleiman, B., &amp; Singh, S.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graduate outcomes by identifying skills gaps and recommending courses based on career interests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Adomavicius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Tuzhilin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(2024).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 the next generation of recommender systems: A survey of the state-of-the-art and possible extensions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ACM Transactions on Information Systems.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Vectors - Download Free High-Quality Vectors from Freepik | 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197" y="847226"/>
            <a:ext cx="7048500" cy="499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781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Intelligent Course Recommendation and Guidance System</vt:lpstr>
      <vt:lpstr>INTRODUCTION</vt:lpstr>
      <vt:lpstr>Problem Identification and Analysis</vt:lpstr>
      <vt:lpstr>Solution Design and Implementation</vt:lpstr>
      <vt:lpstr>Module 1: Recommendation Engine</vt:lpstr>
      <vt:lpstr>PowerPoint Presentation</vt:lpstr>
      <vt:lpstr>Module 2: Student Guidance</vt:lpstr>
      <vt:lpstr>PowerPoint Presentation</vt:lpstr>
      <vt:lpstr>Module 3:Performance Analytics Module</vt:lpstr>
      <vt:lpstr>PowerPoint Presentation</vt:lpstr>
      <vt:lpstr>PowerPoint Presentation</vt:lpstr>
      <vt:lpstr>Results and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RK KAMALANATHAN</cp:lastModifiedBy>
  <cp:revision>40</cp:revision>
  <dcterms:created xsi:type="dcterms:W3CDTF">2025-07-10T02:53:00Z</dcterms:created>
  <dcterms:modified xsi:type="dcterms:W3CDTF">2026-08-22T05:37:34Z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594CFC21356D436FBF50793A0B3ECDA4_13</vt:lpwstr>
  </property>
</Properties>
</file>