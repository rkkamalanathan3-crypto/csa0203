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721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6152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30368"/>
            <a:ext cx="1216152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40096"/>
            <a:ext cx="12161520" cy="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Concurrent Railway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Reservation System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MVP: one seat, two simultaneous requests, exactly one winner.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39496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5394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Challenge Track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submission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Railway Reservation System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70512-CCBB-A3EE-85CC-A94BE72BBD06}"/>
              </a:ext>
            </a:extLst>
          </p:cNvPr>
          <p:cNvSpPr txBox="1"/>
          <p:nvPr/>
        </p:nvSpPr>
        <p:spPr>
          <a:xfrm>
            <a:off x="8188569" y="4513385"/>
            <a:ext cx="3587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Guru Pranesh M         192512439</a:t>
            </a:r>
          </a:p>
          <a:p>
            <a:r>
              <a:rPr lang="en-US" dirty="0">
                <a:solidFill>
                  <a:schemeClr val="bg1"/>
                </a:solidFill>
              </a:rPr>
              <a:t>Kamalanathan R.K      192512158</a:t>
            </a:r>
          </a:p>
          <a:p>
            <a:r>
              <a:rPr lang="en-US">
                <a:solidFill>
                  <a:schemeClr val="bg1"/>
                </a:solidFill>
              </a:rPr>
              <a:t>Revanth            B          192524289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booking counters and online users can request the same seat at nearly the same instant.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8EEF5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671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877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seat allocation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535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sized per selected train, not hard-coded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9659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8EEF5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21671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25877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+ pointers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9535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&amp; train data modeled natively in 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19659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8EEF5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21671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9244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58775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cancel / refund / search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9535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operations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8EEF5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8130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2336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Pthreads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994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many concurrent users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06240" y="36118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8EEF5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38130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348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42336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45994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double-booking under a race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63840" y="36118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8EEF5"/>
          </a:solidFill>
          <a:ln/>
          <a:effectLst>
            <a:outerShdw blurRad="76200" dist="25400" dir="5400000" algn="bl" rotWithShape="0">
              <a:srgbClr val="9AA7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92440" y="38130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09244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092440" y="42336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transaction log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92440" y="45994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5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record of every outcome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distilled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Railway Reservation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seat table. One mutex per seat. Many threads.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9160" y="19202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 w="19050">
            <a:solidFill>
              <a:srgbClr val="8FE3C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09160" y="1920240"/>
            <a:ext cx="2743200" cy="13716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
</a:t>
            </a: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seats[]  (dynamic)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seat_locks[]  (1 per seat)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log_lock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
</a:t>
            </a:r>
            <a:r>
              <a:rPr lang="en-US" sz="115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seat 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3291840"/>
            <a:ext cx="4069080" cy="502920"/>
          </a:xfrm>
          <a:prstGeom prst="line">
            <a:avLst/>
          </a:prstGeom>
          <a:noFill/>
          <a:ln w="19050">
            <a:solidFill>
              <a:srgbClr val="4A6A9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709160" y="3794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
</a:t>
            </a:r>
            <a:r>
              <a:rPr lang="en-US" sz="115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seat 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3291840"/>
            <a:ext cx="0" cy="502920"/>
          </a:xfrm>
          <a:prstGeom prst="line">
            <a:avLst/>
          </a:prstGeom>
          <a:noFill/>
          <a:ln w="19050">
            <a:solidFill>
              <a:srgbClr val="4A6A9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778240" y="3794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3315C"/>
          </a:solidFill>
          <a:ln w="12700">
            <a:solidFill>
              <a:srgbClr val="2E4A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
</a:t>
            </a:r>
            <a:r>
              <a:rPr lang="en-US" sz="115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seat 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10149840" y="3291840"/>
            <a:ext cx="0" cy="502920"/>
          </a:xfrm>
          <a:prstGeom prst="line">
            <a:avLst/>
          </a:prstGeom>
          <a:noFill/>
          <a:ln w="19050">
            <a:solidFill>
              <a:srgbClr val="4A6A93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 and B lock the SAME seat's mutex — only one proceeds; the other fails fast and is refunded.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Guarantee:  </a:t>
            </a: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BOOK succeeds per seat, regardless of thread timing — enforced by pthread_mutex_lock/unlock around the check-then-set, not by luck.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synchronization design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Railway Reservation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The Race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and Bob both request seat 25 in the same batch of concurrent threads.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880360"/>
          </a:xfrm>
          <a:prstGeom prst="roundRect">
            <a:avLst>
              <a:gd name="adj" fmla="val 2540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01168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201168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331720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F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./reservation 12345 30 requests.txt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F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[thread 0] BOOK  Alice   -&gt; SUCCESS, seat 25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F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[thread 1] BOOK  Bob     -&gt; FAILED (seat 25 unavailable) -&gt; REFUND ISSUED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F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[thread 5] CANCEL Alice  -&gt; SUCCESS, seat 25 refunded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F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[thread 6] BOOK  Frank   -&gt; SUCCESS, seat 25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F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Seat 25: BOOKED by Frank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920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success, 1 fail, every run — repeated 3x with identical outcome.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4864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555955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transactions.log
</a:t>
            </a:r>
            <a:r>
              <a:rPr lang="en-US" sz="950" dirty="0">
                <a:solidFill>
                  <a:srgbClr val="4551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SUCCESS name=Alice seat=25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4551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FAIL name=Bob seat=25 reason=ALREADY_BOOKED_by=Alice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548640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E8EE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555955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not a fluke
</a:t>
            </a:r>
            <a:r>
              <a:rPr lang="en-US" sz="1000" dirty="0">
                <a:solidFill>
                  <a:srgbClr val="45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mutex makes check-then-set atomic — no interleaving window exists for both threads to see the seat as free.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captured output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Railway Reservation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Section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book_seat() — the ~10 lines that make the guarantee true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10424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pthread_mutex_lock(&amp;t-&gt;seat_locks[idx]);      // (1) claim this seat's lock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(t-&gt;seats[idx].is_booked) {                //     the losing thread lands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pthread_mutex_unlock(&amp;t-&gt;seat_locks[idx]); //     here: seat already taken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log_transaction(t, "BOOK FAIL ... ALREADY_BOOKED_by=%s", ...);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-1;                                //     -&gt; caller reports refund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t-&gt;seats[idx].is_booked = 1;                  // (2) the winning thread claims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strncpy(t-&gt;seats[idx].passenger_name, name, ...);   // it, still holding the lock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pthread_mutex_unlock(&amp;t-&gt;seat_locks[idx]);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log_transaction(t, "BOOK SUCCESS name=%s seat=%d", name, seat_no);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seat_no;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reservation.c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Railway Reservation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Included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E8EE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today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3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seat array sized from CLI seat_count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3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Struct-based Train / Seat / Request models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3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/ cancel / search functions, refund as a response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3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pthread per simulated request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3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mutex — race-safe, verified 3x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3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 written to file, mutex-protected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33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TCP socket server, tested with a live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1331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965960"/>
            <a:ext cx="4754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ledger for refunds, not just a response message</a:t>
            </a:r>
            <a:endParaRPr lang="en-US" sz="1350" dirty="0"/>
          </a:p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Multi-train support (array of Train* keyed by train no.)</a:t>
            </a:r>
            <a:endParaRPr lang="en-US" sz="1350" dirty="0"/>
          </a:p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seat state across restarts, replay the log</a:t>
            </a:r>
            <a:endParaRPr lang="en-US" sz="1350" dirty="0"/>
          </a:p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real client processes over sockets, not just threads</a:t>
            </a:r>
            <a:endParaRPr lang="en-US" sz="1350" dirty="0"/>
          </a:p>
          <a:p>
            <a:pPr marL="342900" indent="-342900">
              <a:spcAft>
                <a:spcPts val="1800"/>
              </a:spcAft>
              <a:buSzPct val="100000"/>
              <a:buChar char="→"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/ priority queue when a train is full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scope, not overclaimed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Railway Reservation 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728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Guru Pranesh</cp:lastModifiedBy>
  <cp:revision>2</cp:revision>
  <dcterms:created xsi:type="dcterms:W3CDTF">2026-09-01T03:05:17Z</dcterms:created>
  <dcterms:modified xsi:type="dcterms:W3CDTF">2026-09-01T03:26:28Z</dcterms:modified>
</cp:coreProperties>
</file>